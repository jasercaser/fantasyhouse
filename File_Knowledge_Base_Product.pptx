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文件知识库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智能、高效、安全的团队协作与知识管理平台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0" y="3200400"/>
            <a:ext cx="9144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面临的挑战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信息碎片化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文档分散在不同设备和目录中，难以统一管理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搜索效率低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无法快速定位文件内容，全文本搜索缺失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知识沉淀难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文件间缺乏关联，难以形成系统的知识体系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协作成本高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版本冲突、权限混乱，影响团队产出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技术架构与优势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后端核心: FastAPI + Python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前端引擎: Vue.js + Apple Style UI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内容检索: SQLite FTS5 + CJK Support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协同办公: OnlyOffice Integration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0" y="1645920"/>
            <a:ext cx="2743200" cy="27432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高性能存储与毫秒级搜索响应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全生命周期文件管理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3200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核心功能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应用场景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上传阶段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多格式支持、自动分析、配额控制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团队资料入库、个人笔记上传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全文本索引、Top关键词、字符统计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快速理解长文档核心内容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编辑阶段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在线协同编辑、多版本管理、草稿箱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多人协作、回溯历史版本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消费阶段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多维度搜索、分类目录、收藏夹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日常查阅、知识库快速检索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智能驱动：AI 与 深度检索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智能问答 (QA)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基于大语言模型（LLM）的知识问答系统，能够直接从上传的文档中提取答案，实现真正的“对话式搜索”。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深度搜索 (FTS)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秒级完成百万字级别的全文本检索，支持中文分词优化，高亮显示命中片段，让文档搜索不再局限于文件名。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可视化与交互体验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让知识流动起来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028090">
              <a:alpha val="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可视化展示文件间的关联关系，发现潜在的知识连接。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60320" cy="2286000"/>
          </a:xfrm>
          <a:prstGeom prst="rect">
            <a:avLst/>
          </a:prstGeom>
          <a:solidFill>
            <a:srgbClr val="028090">
              <a:alpha val="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扇形文件轮播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极具视觉冲击力的文件展示方式，提升交互趣味性。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560320" cy="2286000"/>
          </a:xfrm>
          <a:prstGeom prst="rect">
            <a:avLst/>
          </a:prstGeom>
          <a:solidFill>
            <a:srgbClr val="028090">
              <a:alpha val="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 Style UI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极致简约的界面设计，支持深色/浅色模式随心切换。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系统治理与安全性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基于工作空间（Workspace）的资源隔离与配额限制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详尽的管理员日志，全流程追踪文件操作历史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灵活的权限控制系统：查看、编辑、删除、转移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报表中心：SQL 驱动的自定义数据洞察与分析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让每个文档都成为智慧的阶梯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文件知识库产品介绍</dc:title>
  <dc:subject>PptxGenJS Presentation</dc:subject>
  <dc:creator>Gemini CLI</dc:creator>
  <cp:lastModifiedBy>Gemini CLI</cp:lastModifiedBy>
  <cp:revision>1</cp:revision>
  <dcterms:created xsi:type="dcterms:W3CDTF">2026-05-11T09:21:31Z</dcterms:created>
  <dcterms:modified xsi:type="dcterms:W3CDTF">2026-05-11T09:21:31Z</dcterms:modified>
</cp:coreProperties>
</file>